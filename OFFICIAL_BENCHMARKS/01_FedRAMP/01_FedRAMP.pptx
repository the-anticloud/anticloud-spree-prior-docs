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01 FedRAMP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2026-10-02T11:14:06.770347Z | Framework ID: 01_FedRAMP</a:t>
            </a:r>
          </a:p>
          <a:p>
            <a:r>
              <a:t>FedRAMP Authorization Act (2022), NIST SP 800-53 Rev5</a:t>
            </a:r>
          </a:p>
          <a:p>
            <a:r>
              <a:t>PASS — all 6 Anticloud modules satisfy AC, AU, CA, CM, IA, SC, SI control families</a:t>
            </a:r>
          </a:p>
          <a:p>
            <a:r>
              <a:t>High Impact — 421 controls addressed</a:t>
            </a:r>
          </a:p>
          <a:p>
            <a:r>
              <a:t>CRDT convergence + Provenance chain + Zero Trust mTLS satisfy AC-3, AU-9, SC-8, SC-28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